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L09 — NLP, Embeddings &amp; Semantic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L08 shipped a CNN auto-tagger. Now CX is unhappy with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structure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failure: blue summer dress query, Lila Floral Sundress in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Keyword baseline: 5/8 on the realistic-query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One-hot vectors: each word a separate dimension. No similarity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Embeddings: dense low-dim vectors where geometry encodes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02_words_to_vectors.ipynb: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pretrained model is the magic. We don't train; we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cosine of synonyms after running through the pretrained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03_pretrained_embeddings.ipynb: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Recipe: embed corpus once, embed query at runtime, cosine, top-K.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Filters: restrict candidates first, then rank semantically.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Head-to-head: semantic vs TF-IDF on the 8-query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wiring: hybrid retrieval, filters, re-rank.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04_semantic_search.ipynb: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Friday recommendation for production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aren't just for search — they're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Multilingual embeddings: one search index, many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the model: subword tokenisation. Useful when debugging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scale, you need a vector database, not a NumPy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from L09.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use what for text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pitfalls when using embeddings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 (L10): we open the transformer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across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and assignment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rebuchet MS"/>
              </a:rPr>
              <a:t>L09 — NLP &amp;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F1F5"/>
                </a:solidFill>
                <a:latin typeface="Calibri"/>
              </a:rPr>
              <a:t>From keyword search to semantic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F1F5"/>
                </a:solidFill>
                <a:latin typeface="Calibri"/>
              </a:rPr>
              <a:t>Tokens · Embeddings · Sentence-transformers · Semantic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Format: ~90 min slides · ~90 min hands-on (3 notebooks)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Search is broken — a customer complaint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Customer-experience team, this morning: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"A shopper typed 'blue summer dress' into our search bar.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We have ten dresses that fit. Zero of them came up. The customer left."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New modality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114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Inputs are TEXT, not pixels. New family of representations: embeddings.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Pretrained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We won't train from scratch — sentence-transformers + cosine similarity.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Production wiring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Hybrid retrieval (semantic + TF-IDF + filters + re-rank).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Setup for L10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623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Embeddings are the OUTPUT of a transformer. Next week opens the black box.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Today's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characters to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Why does keyword search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break on real catalogues?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Synonyms, paraphrases, intent. The catalogue says 'frock'; the customer types 'dress'.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What IS an embedding?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14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dense vector where distance ≈ semantic similarity. Same garment, different words = nearby.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How do we build production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semantic search?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Pretrained sentence-transformer + cosine + structured filters. ~30 lines of Python.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Why Keyword Search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A concrete worked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Customer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9E795"/>
                </a:solidFill>
                <a:latin typeface="Consolas"/>
              </a:rPr>
              <a:t>"blue summer dress"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Catalogue entry (Lila Floral Sundress)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"Lightweight floral frock perfect for warm summer days. Tea-length, pastel print, breathable cotton."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Keyword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Just 1 word: 'summer'. Misses dress (description says FROCK).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Misses blue (description says PASTEL).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 amount of stemming or stop-words fixes synonyms.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Keyword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5/8 on the benchmark — synonym queries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Top-1 (keyword)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828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OK?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blue summer 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Lila Floral Sundress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23774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warm winter jumper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Holly Knit Jumper 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788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6167"/>
                </a:solidFill>
                <a:latin typeface="Calibri"/>
              </a:rP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79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039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smart office shoes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39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Cloud Running Trainers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20039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6167"/>
                </a:solidFill>
                <a:latin typeface="Calibri"/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lightweight rain jacket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Ember Quilted Jacket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611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6167"/>
                </a:solidFill>
                <a:latin typeface="Calibr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233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cosy throw for sofa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Wool Throw Blanket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gym leggings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Storm Yoga Leggings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beach holiday outfit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46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Cassia Maxi Gown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846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12079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5779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running trainers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5779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Cloud Running Trainers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525779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Score: 5/8 = 62%. Easy queries pass; synonym-heavy queries fail.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Words As Vectors — One-Hot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Identity, but no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frock  → [0, 0, 1, 0, ..., 0]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dress  → [0, 0, 0, 1, ..., 0]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banana → [0, 0, 0, 0, ...,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Vector dimension = vocab size (50K+)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All pairs are EQUIDISTANT.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frock ≈ banana in cosine.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 meaning, just identity.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Distributional hypothesis (Firth, 1957)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'You shall know a word by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company it keeps.'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Words appearing in similar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contexts tend to mean similar things.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This is the basis for every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learned word embedding.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Embeddings — Geometry Of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Dense vectors, distance ≈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Pretrained embedding (sentence-transformer)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frock   → [0.21, -0.43,  0.88, ...]  (384 numbers)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dress   → [0.19, -0.41,  0.85, ...]  (very close to frock)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banana  → [-0.70, 0.20, -0.50, ...]  (very different)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Three big consequences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5720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384-dim vs 50,000-dim one-hot. Memory and compute friendly.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50749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Cosine(frock, dress) ≈ 0.25 vs 0.00 for one-hot. Synonyms cluster.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Composable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5778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Average / concatenate / compare vectors → arbitrary downstream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Open: 02_words_to_vectors.ipynb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one-hot vectors — see the equidistance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bag-of-words vectors — see why BoW search still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a toy co-occurrence embedding — see partial clustering emerge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Stop at the Extension marker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Sentence-Transformers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Pretrained on 1B+ sentence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from sentence_transformers import SentenceTransformer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model = SentenceTransformer('all-MiniLM-L6-v2')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embeddings = model.encode(['blue summer dress', 'lightweight floral frock'])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94960" cy="2743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all-MiniLM-L6-v2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▸ 22M parameters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▸ 384-dim output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▸ ~80 MB on disk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▸ ~1000 sentences/sec on CPU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▸ Free, Apache 2.0 licensed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5394960" cy="2743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337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it learnt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4048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Paraphrases score high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Same-topic sentences cluster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Domain-general English meaning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Plug-and-play; no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Synonym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Toy embedding vs pretrained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Toy (NB 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Pretrained (NB 03)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frock ↔ 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0.035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0.249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frock ↔ gown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0.158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0.288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1106424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sundress ↔ 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0.054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0.509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dress ↔ trainers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69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0.241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1106424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dress ↔ spaceship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72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0.257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Synonym pairs lift 7-10×. Absolute values stay in [0.2, 0.7] — read cosines as a RANKING, not a percentage.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Open: 03_pretrained_embeddings.ipynb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Load all-MiniLM-L6-v2 — 22M params, downloads on first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Embed the catalogue (76 products, ~0.2 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Re-run 'blue summer dress' query and see semantic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Visualise the catalogue in 2D — see category clusters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Building A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Three lines of NumPy on top of one model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Pre-compute once · search at runtime in milliseconds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743200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OFFLINE (once)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468880"/>
            <a:ext cx="8183879" cy="1143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9552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catalogue_emb = model.encode(catalogue_texts)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store in NumPy / FAISS /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2743200" cy="1143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79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AT QUERY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749039"/>
            <a:ext cx="8183879" cy="1143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886199"/>
            <a:ext cx="79552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q_emb = model.encode([query])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sims = cosine_similarity(q_emb, catalogue_emb)[0]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return top-K by sims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2743200" cy="1143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OPTIONAL RE-RANK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5029200"/>
            <a:ext cx="8183879" cy="1143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166360"/>
            <a:ext cx="79552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Apply structured filters (category, price, colour)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then blend with TF-IDF, popularity, etc.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Filters On Top Of Semantic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Structured constraints + semantic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Restrict the corpus FIRST. Then rank what's left.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engine.search_with_filters(</a:t>
            </a:r>
          </a:p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    'blue summer dress',</a:t>
            </a:r>
          </a:p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    category='dress',</a:t>
            </a:r>
          </a:p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    price_max=100</a:t>
            </a:r>
          </a:p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11064240" cy="13716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Why filters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 Without filter: 'blue summer dress' top-1 = Frost Linen Shirt (defensible but wrong category)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 With category='dress' filter: top-1 = Marigold Shift Dress, Lila Sundress at rank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Semantic vs 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Head-to-head on the 8-query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Top-1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Top-5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Keyword (NB 01, stemmed)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65A82"/>
                </a:solidFill>
                <a:latin typeface="Consolas"/>
              </a:rPr>
              <a:t>5/8 (62%)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65A82"/>
                </a:solidFill>
                <a:latin typeface="Consolas"/>
              </a:rP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TF-IDF (1-grams + bigrams)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65A82"/>
                </a:solidFill>
                <a:latin typeface="Consolas"/>
              </a:rPr>
              <a:t>4/8 (50%)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108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65A82"/>
                </a:solidFill>
                <a:latin typeface="Consolas"/>
              </a:rPr>
              <a:t>4/8 (50%)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Semantic (MiniLM)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65A82"/>
                </a:solidFill>
                <a:latin typeface="Consolas"/>
              </a:rPr>
              <a:t>6/8 (75%)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65A82"/>
                </a:solidFill>
                <a:latin typeface="Consolas"/>
              </a:rPr>
              <a:t>7/8 (88%)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Where TF-IDF and semantic each 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 TF-IDF wins on EXACT terms (SKUs, brand names, exact product names)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 Semantic wins on SYNONYMS, paraphrases, intent (frock/dress, gym/yoga, cosy/warm)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 Production: combine BOTH — hybrid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Production Wiring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Hybrid retrieval + filters + re-rank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┌─ Customer query ─┐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┌────┴────┐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│  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TF-IDF   Semantic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top-50   top-50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│  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└────┬────┘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Union (~100 candidates)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Apply structured filters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(category, colour, price)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Re-rank by score blend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+ popularity + recency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Top-20 to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Open: 04_semantic_search.ipynb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a clean SemanticSearch class — three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Add structured filters on top of semantic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TF-IDF baseline and benchmark head-to-head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Try the hybrid α=0.5 score in the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Sarah's Friday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Production-grade semantic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Sarah, end of L09: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"Embed every product with all-MiniLM-L6-v2. Pre-compute once.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At query time: run TF-IDF AND semantic in parallel, union the candidates,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apply category/colour/price filters, re-rank by score blend + popularity.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Expected impact: meaningless-result rate from 25% to ~5%."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Production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Re-embed nightly when descriptions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017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Embed new products within minutes of arrival (cold-start job)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8581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Switch to FAISS at 100K+ products (vector database, sub-ms ANN)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98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Monitor CTR per query; tune re-rank weights when results misalign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Embeddings Beyond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Features for any downstream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5603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783080"/>
            <a:ext cx="83210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6596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Logistic regression on embeddings — modern default for any text classification task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with 100-10K labelled examples. Trains in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25603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Clustering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3246120"/>
            <a:ext cx="83210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42900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K-means on embeddings discovers topic groups, complaint themes,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customer-feedback categories — without labels.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25603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Similarity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4709160"/>
            <a:ext cx="83210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89204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Dedup catalogues. Match customer reviews to products. Recommend similar items.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All the same toolkit: encode + cosine.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Multilingual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Same model, many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paraphrase-multilingual-MiniLM-L12-v2 — drop-in multilingual replacement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6424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Query (English): 'flowery cotton dress for warm weather'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▸ [Spanish] Un vestido de verano ligero con flores       cos=0.77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▸ [French]  Une robe d'été légère et fleurie               cos=0.76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▸ [English] A lightweight floral summer dress              cos=0.75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same idea ends up in the same vector neighbourhood — regardless of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Tokenisation — A Brief Look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the model actually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onsolas"/>
              </a:rPr>
              <a:t>blue summer 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onsolas"/>
              </a:rPr>
              <a:t>→ ['blue', 'summer', 'dress']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onsolas"/>
              </a:rPr>
              <a:t>lightweight floral frock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onsolas"/>
              </a:rPr>
              <a:t>→ ['lightweight', 'floral', 'fr', '##ock']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onsolas"/>
              </a:rPr>
              <a:t>P0042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onsolas"/>
              </a:rPr>
              <a:t>→ ['p', '##00', '##42']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onsolas"/>
              </a:rPr>
              <a:t>antidisestablishmentarianism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onsolas"/>
              </a:rPr>
              <a:t>→ ['anti', '##dis', '##est', '##ab', '##lish', '##ment', '##arian', '##ism']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Common words → one token. Rare words and SKUs → fragmented subwords. Always-encodable; never unknown.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Vector Databases —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When NumPy stops being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Exact NN search is O(N) per query. At 1M+ products, you need approximate.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Up to ~10K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NumPy + cosine_similarity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Simple, fast enough, no infra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39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661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10K to 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661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NumPy + FAISS local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Open-source, sub-ms approximate 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69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Managed vector DB (Pinecone, Weaviate, Qdrant)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Distributed, hosted, expensive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Need streaming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572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Same managed DB or pgvector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Updates are first-class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L09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Embeddings turn discrete tokens</a:t>
            </a:r>
          </a:p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into dense vectors where</a:t>
            </a:r>
          </a:p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distance =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Same garment, different words → similar vectors. Synonyms cluster.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8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Pretrained sentence-transformers</a:t>
            </a:r>
          </a:p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are the default starting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Don't train from scratch. Load all-MiniLM-L6-v2 and call .encode(). Two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Production search is HYBRID,</a:t>
            </a:r>
          </a:p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not pure semantic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692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Combine TF-IDF + semantic + structured filters + re-rank. Each component has its niche.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Method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Pick the right tool for the text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Exact match (SKU, brand name, model #)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TF-IDF or BM25 — keyword 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39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Synonym / paraphrase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803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Semantic embeddings — meaning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Mix of both (real e-commerce)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Hybrid: semantic + TF-IDF, union &amp; re-rank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Classification with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Embed + logistic regression / small MLP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Cluster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Embed + KMeans / HDBSCAN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Cross-lingual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paraphrase-multilingual-MiniLM-L12-v2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Latency-critical or on-device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Distilled / quantised models (MiniLM family)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Things people get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Reading cosine as a 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MiniLM cosines live in [0.2, 0.7]. Read them as a RANKING, not 'percent similar'.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603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Ignoring stale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Descriptions change. Re-embed nightly or your search lies about new content.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Skipping structured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204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Semantic ranking can't enforce 'price &lt; £100' or 'in stock'. Filter first, then rank.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Wrong model for the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MiniLM is small and English. For other languages or longer docs, pick accordingly.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7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Trusting top-1 blindly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920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Top-1 is wrong ~15% of the time. Show top-5 or top-10; let the user pick.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Embedding raw HTML or noisy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Clean the input first. Strip HTML, normalise whitespace; embed the clean text.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Bridge to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Opening the transformer black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We've used embeddings as a black box. But where do they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rebuchet MS"/>
              </a:rPr>
              <a:t>"How does a model KNOW that frock and dress are similar without ever being told?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Trebuchet MS"/>
              </a:rPr>
              <a:t>The answer is attention — invented in 2017, behind GPT, BERT, ChatGPT, all of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 L10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114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mechanism that lets a model decide which words to focus on for each output token.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Transformer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Multi-head attention + feed-forward + residual + layer-norm. The Lego brick of modern NLP.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Same architecture from MiniLM (22M params) to GPT-4 (~1T). The same recipe, bigger pots.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GenAI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623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ChatGPT, Claude, Gemini, Llama — all transformers. By Friday you'll understand the basics.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Sarah's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L01 → L09: the toolkit she's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28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ML foundations + 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Foundations + first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86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Supervised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Random forest, classification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43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Making models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Pipelines, calibration, threshold tuning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00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Trees +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Gradient boosting, hyperparameter 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6576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Unsupervised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Clustering, PCA, anomaly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114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Time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114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Forecasting, holiday adjustments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572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Neural networks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572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MLPs, PyTorch, the training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83480"/>
            <a:ext cx="9144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029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Computer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029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CNNs, transfer learning, ResNet18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440680"/>
            <a:ext cx="9144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486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NLP &amp; embeddings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486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Semantic search, sentence-transformers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Recap · 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What's due before L10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Build a semantic-search engine on a 30-recipe corpus: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A — semantic search, top-1 accuracy on 6 benchmark queries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B — TF-IDF baseline, head-to-head; target: semantic ≥ TF-IDF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C — Reflect on two failure modes + one open-ended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Optional self-study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optional_extensions.ipynb — embeddings as classifier features, multilingual, tokenisation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Try a different model — paraphrase-MPNet-base-v2 for higher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Plug FAISS in front of NumPy for sub-ms approximate NN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week: L10 — Transformers &amp; GenAI. The architecture that runs ChatGPT.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11064240" cy="2286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Calibri"/>
              </a:rPr>
              <a:t>Reflection prompts to take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Where in your current/future system would semantic search add value?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What text-classification task could you bootstrap with embeddings + 200 labels?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Where would TF-IDF still beat embeddings? (Think exact-string matches.)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65A82"/>
                </a:solidFill>
                <a:latin typeface="Calibri"/>
              </a:rPr>
              <a:t>See you Monday for L10.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L09 — Slide 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